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Masters/_rels/slideMaster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lastModifiedBy="Sisyphus" mainMaster="rIdLayout" firstSlideNum="1">
  <p:sldIdLst>
    <p:sldId id="256" r:id="rId1"/>
    <p:sldId id="257" r:id="rId2"/>
    <p:sldId id="258" r:id="rId3"/>
  </p:sldIdLst>
  <p:sldMasterIdLst>
    <p:sldMasterId id="2147483648" r:id="rIdLayout"/>
  </p:sldMasterIdLst>
  <p:notesMasterIdLst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
  <Relationship Id="rIdLayout" Type="http://schemas.openxmlformats.org/officeDocument/2006/relationships/slideMaster" Target="slideMasters/slideMaster1.xml"/>
  <Relationship Id="rIdTheme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AndContent" name="Title and 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sz="4400" b="1" dirty="0" lang="en-US">
                <a:solidFill>
                  <a:srgbClr val="1F3864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 lvl="0">
              <a:buChar char="•"/>
            </a:pPr>
            <a:r>
              <a:rPr sz="1800" dirty="0" lang="en-US">
                <a:solidFill>
                  <a:srgbClr val="333333"/>
                </a:solidFill>
                <a:latin typeface="Calibri"/>
              </a:rPr>
              <a:t>Click to edit Master text styles</a:t>
            </a:r>
          </a:p>
        </p:txBody>
      </p:sp>
    </p:spTree>
  </p:cSld>
  <p:hfSld>
    <a:hf slNum="1" dt="1" ftr="1"/>
  </p:hfSld>
</p:sldLayout>
</file>

<file path=ppt/slideMasters/_rels/slideMaster1.xml.rels><?xml version="1.0" encoding="UTF-8" standalone="yes"?>
<Relationships xmlns="http://schemas.openxmlformats.org/package/2006/relationships">
  <Relationship Id="rIdTheme" Type="http://schemas.openxmlformats.org/officeDocument/2006/relationships/theme" Target="../theme/theme1.xml"/>
  <Relationship Id="rIdLayout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xStyles>
    <p:titleStyle>
      <a:lvl1pPr marL="0" indent="0" algn="l" defTabSz="914400">
        <a:defRPr sz="4400" b="1" dirty="0" lang="en-US">
          <a:solidFill>
            <a:srgbClr val="1F3864"/>
          </a:solidFill>
          <a:latin typeface="Calibri"/>
        </a:defRPr>
      </a:lvl1pPr>
    </p:titleStyle>
    <p:bodyStyle>
      <a:lvl1pPr marL="342900" indent="-342900" algn="l" defTabSz="914400">
        <a:defRPr sz="1800" dirty="0" lang="en-US">
          <a:solidFill>
            <a:srgbClr val="333333"/>
          </a:solidFill>
          <a:latin typeface="Calibri"/>
        </a:defRPr>
      </a:lvl1pPr>
    </p:bodyStyle>
    <p:otherStyle>
      <a:lvl1pPr marL="342900" indent="-342900" algn="l" defTabSz="914400">
        <a:defRPr sz="1800" dirty="0" lang="en-US">
          <a:solidFill>
            <a:srgbClr val="333333"/>
          </a:solidFill>
          <a:latin typeface="Calibri"/>
        </a:defRPr>
      </a:lvl1pPr>
    </p:otherStyle>
  </p:txStyles>
  <p:sldLayoutIdLst>
    <p:sldLayoutId id="2147483649" r:id="rIdLayout1"/>
  </p:sldLayoutIdLst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182880"/>
            <a:ext cx="8229600" cy="11430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r>
              <a:rPr sz="2800" b="1" dirty="0" lang="en-US" altLang="zh-CN">
                <a:solidFill>
                  <a:srgbClr val="1F3864"/>
                </a:solidFill>
                <a:latin typeface="Microsoft YaHei"/>
                <a:cs typeface="Microsoft YaHei"/>
              </a:rPr>
              <a:t>vllm-ascend Ascend Test Landscape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371600"/>
            <a:ext cx="8229600" cy="4800000"/>
          </a:xfrm>
          <a:noFill/>
          <a:ln>
            <a:noFill/>
          </a:ln>
        </p:spPr>
        <p:txBody>
          <a:bodyPr anchor="t" rtl="0" vert="horz" wrap="square" lIns="91440" tIns="45720" rIns="91440" bIns="45720">
            <a:spAutoFit/>
          </a:bodyPr>
          <a:lstStyle>
            <a:lvl1pPr marL="342900" indent="-342900" algn="l" defTabSz="914400">
              <a:buChar char="•"/>
              <a:def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defRPr>
            </a:lvl1pPr>
          </a:lstStyle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Position: Dedicated Ascend backend for vLLM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Ascend test ratio: 100% (entire project targets Ascend)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Test cases: 432 (267 test files, all pytest)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CI triggers: PR-level + Nightly (A2/A3) + Weekly + Scheduled (4x/day)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Hardware: 910B (A2), A3, 310P - three platforms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Ascend module coverage: 81% (17/21 modules tested)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Line coverage: Not configured (no Codecov/Coveralls)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[OK] Best test coverage: quantization, attention, distributed all covered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[WARN] csrc/ C++ kernels zero coverage (50+ kernel dirs, gtest scaffolded)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[WARN] No CI workflow collects line coverage metrics</a:t>
            </a:r>
          </a:p>
          <a:p>
            <a:pPr algn="l" marL="0" indent="0"/>
            <a:r>
              <a:rPr sz="1000" b="0" dirty="0" lang="en-US">
                <a:solidFill>
                  <a:srgbClr val="888888"/>
                </a:solidFill>
                <a:latin typeface="Calibri"/>
                <a:cs typeface="Calibri"/>
              </a:rPr>
              <a:t>https://github.com/vllm-project/vllm-ascend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182880"/>
            <a:ext cx="8229600" cy="11430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r>
              <a:rPr sz="2800" b="1" dirty="0" lang="en-US" altLang="zh-CN">
                <a:solidFill>
                  <a:srgbClr val="1F3864"/>
                </a:solidFill>
                <a:latin typeface="Microsoft YaHei"/>
                <a:cs typeface="Microsoft YaHei"/>
              </a:rPr>
              <a:t>sglang Ascend Test Landscape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371600"/>
            <a:ext cx="8229600" cy="4800000"/>
          </a:xfrm>
          <a:noFill/>
          <a:ln>
            <a:noFill/>
          </a:ln>
        </p:spPr>
        <p:txBody>
          <a:bodyPr anchor="t" rtl="0" vert="horz" wrap="square" lIns="91440" tIns="45720" rIns="91440" bIns="45720">
            <a:spAutoFit/>
          </a:bodyPr>
          <a:lstStyle>
            <a:lvl1pPr marL="342900" indent="-342900" algn="l" defTabSz="914400">
              <a:buChar char="•"/>
              <a:def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defRPr>
            </a:lvl1pPr>
          </a:lstStyle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Position: Multi-hardware inference engine (includes Ascend)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Ascend test ratio: 12.5% (117/935 test files)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Ascend test cases: ~150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CI triggers: PR-level + Nightly + Manual (Full) + Docker Build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Hardware: 910B (A2), A3 - 1 to 16 card configs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Ascend module coverage: 0% (0/8 NPU source modules have unit tests)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Line coverage: Not configured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[OK] Clear test categories: LLM/VLM/Basic/Interface/Embedding/Rerank/Reward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[WARN] All NPU source modules have ZERO unit tests (hardware_backend/npu/ 20 files)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[WARN] All testing is E2E level, no NPU code-path unit tests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[WARN] full-test-npu.yml PR trigger commented out, manual-only</a:t>
            </a:r>
          </a:p>
          <a:p>
            <a:pPr algn="l" marL="0" indent="0"/>
            <a:r>
              <a:rPr sz="1000" b="0" dirty="0" lang="en-US">
                <a:solidFill>
                  <a:srgbClr val="888888"/>
                </a:solidFill>
                <a:latin typeface="Calibri"/>
                <a:cs typeface="Calibri"/>
              </a:rPr>
              <a:t>https://github.com/sgl-project/sglang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457200" y="182880"/>
            <a:ext cx="8229600" cy="11430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r>
              <a:rPr sz="2800" b="1" dirty="0" lang="en-US" altLang="zh-CN">
                <a:solidFill>
                  <a:srgbClr val="1F3864"/>
                </a:solidFill>
                <a:latin typeface="Microsoft YaHei"/>
                <a:cs typeface="Microsoft YaHei"/>
              </a:rPr>
              <a:t>verl Ascend Test Landscape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371600"/>
            <a:ext cx="8229600" cy="4800000"/>
          </a:xfrm>
          <a:noFill/>
          <a:ln>
            <a:noFill/>
          </a:ln>
        </p:spPr>
        <p:txBody>
          <a:bodyPr anchor="t" rtl="0" vert="horz" wrap="square" lIns="91440" tIns="45720" rIns="91440" bIns="45720">
            <a:spAutoFit/>
          </a:bodyPr>
          <a:lstStyle>
            <a:lvl1pPr marL="342900" indent="-342900" algn="l" defTabSz="914400">
              <a:buChar char="•"/>
              <a:def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defRPr>
            </a:lvl1pPr>
          </a:lstStyle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Position: Multi-hardware RL training framework (includes Ascend)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Ascend test ratio: 10.8% (12/111 Python test files)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Ascend test cases: 45 Python + 19 shell scripts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CI triggers: PR-level + Nightly + Manual + Docker Build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Hardware: 910B (A2), A3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Ascend module coverage: 50% (3/6 Ascend modules tested)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Line coverage: Not configured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[OK] Dedicated npu_unit_tests.yml workflow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[OK] HCCL checkpoint engine has correctness tests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[WARN] Fewest Ascend test cases (only 45 Python)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[WARN] 19 tests are shell scripts, not Python pytest</a:t>
            </a:r>
          </a:p>
          <a:p>
            <a:pPr marL="342900" indent="-342900" algn="l" defTabSz="914400">
              <a:buChar char="•"/>
            </a:pPr>
            <a:r>
              <a:rPr sz="1500" b="0" dirty="0" lang="en-US" altLang="zh-CN">
                <a:solidFill>
                  <a:srgbClr val="333333"/>
                </a:solidFill>
                <a:latin typeface="Microsoft YaHei"/>
                <a:cs typeface="Microsoft YaHei"/>
              </a:rPr>
              <a:t>[WARN] vllm/npu_vllm_patch.py, npu_flash_attn_utils.py critical modules untested</a:t>
            </a:r>
          </a:p>
          <a:p>
            <a:pPr algn="l" marL="0" indent="0"/>
            <a:r>
              <a:rPr sz="1000" b="0" dirty="0" lang="en-US">
                <a:solidFill>
                  <a:srgbClr val="888888"/>
                </a:solidFill>
                <a:latin typeface="Calibri"/>
                <a:cs typeface="Calibri"/>
              </a:rPr>
              <a:t>https://github.com/verl-project/verl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4F81BD"/>
      </a:accent2>
      <a:accent3>
        <a:srgbClr val="C0504D"/>
      </a:accent3>
      <a:accent4>
        <a:srgbClr val="9BBB59"/>
      </a:accent4>
      <a:accent5>
        <a:srgbClr val="8064A2"/>
      </a:accent5>
      <a:accent6>
        <a:srgbClr val="4BACC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